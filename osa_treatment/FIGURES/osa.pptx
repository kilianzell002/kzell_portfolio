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9" r:id="rId2"/>
    <p:sldId id="260" r:id="rId3"/>
    <p:sldId id="257" r:id="rId4"/>
    <p:sldId id="256" r:id="rId5"/>
    <p:sldId id="264" r:id="rId6"/>
    <p:sldId id="269" r:id="rId7"/>
    <p:sldId id="272" r:id="rId8"/>
    <p:sldId id="273" r:id="rId9"/>
    <p:sldId id="262" r:id="rId10"/>
    <p:sldId id="267" r:id="rId11"/>
    <p:sldId id="270" r:id="rId12"/>
    <p:sldId id="271" r:id="rId13"/>
    <p:sldId id="268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9"/>
  </p:normalViewPr>
  <p:slideViewPr>
    <p:cSldViewPr snapToGrid="0">
      <p:cViewPr>
        <p:scale>
          <a:sx n="94" d="100"/>
          <a:sy n="94" d="100"/>
        </p:scale>
        <p:origin x="151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48757-0C00-2D4F-87C1-9C241BEAFC31}" type="datetimeFigureOut">
              <a:rPr lang="en-US" smtClean="0"/>
              <a:t>5/16/24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102D-2F8E-E04D-AFBC-B66767A3C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75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0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19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5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0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102D-2F8E-E04D-AFBC-B66767A3C6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2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115C-B659-14A8-20A6-25B01BD71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DB597-742C-210C-BC23-6587FCFE5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1E31-4FBC-B932-CFF6-8AA93765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659E-CAD5-6DB1-024A-16ADA60F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684BD-44F8-61D9-9092-E945F1DE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2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D392-0064-26D8-2580-052CD6A4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04FC-8742-1CCC-7217-723132C26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11B42-D76E-D5A5-4419-6CFF478C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2757-EAD8-6015-647B-50CD78B1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3C83-91A8-7B00-C578-AFFEAF8B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0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E8C80-637C-01D4-B0CB-24B5A622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66BE2-524C-CBCF-6FF9-6EF9EE90B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FF90E-45A5-CD37-A761-42E0E62E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8F29-916E-F704-728C-8F942AAC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6B375-E286-603E-E1B8-08DE3317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2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9E06-AD19-07C9-2B34-9A7D713B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B0C7-316C-ED3E-AF4A-454636C96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69BFF-5482-7281-4BFC-3079FF918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F43B-1C4D-611F-6106-A06CCAA5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90811-8BB2-3A05-43C0-AFC2DA78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9D5A1-E5C2-228E-FED2-D56D1001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5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1C2E-B016-B9F7-CA9C-B5668330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C625D-63CF-CDFF-801C-4687D7C99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C6083-8FB2-9152-D8D4-F54C04361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B0293-5AF2-36D0-7D89-B49847D2B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CD211-EC2F-360B-71BF-B02E1DF4F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CF229-46F8-808A-FE63-ECB2A219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C53B4-951D-51CF-4433-58CB9FF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1C7AB-0233-97DC-F116-34FACF2C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EE35-7C90-087A-9C4B-618C7797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84DD4-653F-B65F-DE20-2D8B7525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5913F-D640-9B49-E0E6-A7AA4F9D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C433A-F39A-983A-C7E9-16DACCAA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D695F-4044-B5B9-DC12-D8B2F3A9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C7ECA-2E60-4216-E88C-8BFEB0D0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CCC0-97A8-8029-E4E1-0D6303FA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6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6774-89E5-01F2-4049-1A2C448B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1B3C-9C03-295F-3437-B0015BDBC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9BE39-1709-6487-C8AC-845D65D50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656C4-BB0A-7948-8108-B6318790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D064E-5D82-5DE2-421C-1366E40D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8AA1E-4EA0-ABA9-58D9-98D8309F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C460-C098-3970-5768-837891ED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ADFCC-0938-49E4-2B4B-E46F8C198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1303F-7CFC-0632-8C13-C69C8663F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48832-9AC2-E43A-F419-90D6FD34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FA956-3623-7FEB-F0B5-30219B8E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0165B-A53F-CF8B-3BCA-A4345920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5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9826-9735-F78B-DC23-31E78C07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52B83-D43A-045C-8F59-82C46D14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0A57-3AE6-AAC7-EBD9-85394315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4AC24-9FA3-AE76-8545-662BDF0F6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0494B-9BC0-9009-BF3D-E7CB37BB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1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8CF7F-5E1E-3854-1A52-E0EF2E8D9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868C4-A392-15F9-793B-8D6EA7904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677E-73BA-F347-E163-DACFC6E0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FEDB6-69F0-1C08-962F-54BEC3DE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EF54A-28FC-1985-AB42-22938F1E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7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8DF7-63B3-067D-B10C-1E99D37C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01DE9-D6C0-ACF9-641D-9C14D2B62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EB73E-3B1D-A72D-E34C-60DFED19F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F7170-85C2-CD47-845A-09FBFA398E89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72F25-2940-F079-9523-D14432A51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0116D-F164-1029-F40C-3965D0715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D140C-37E2-1B42-AA5D-A0013F280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D988E-9CF7-3656-6243-EE79D15E7B29}"/>
              </a:ext>
            </a:extLst>
          </p:cNvPr>
          <p:cNvSpPr/>
          <p:nvPr/>
        </p:nvSpPr>
        <p:spPr>
          <a:xfrm>
            <a:off x="705249" y="211874"/>
            <a:ext cx="7981552" cy="55533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42DB169-653A-63D2-F7E0-D04A1031C3B9}"/>
              </a:ext>
            </a:extLst>
          </p:cNvPr>
          <p:cNvGrpSpPr/>
          <p:nvPr/>
        </p:nvGrpSpPr>
        <p:grpSpPr>
          <a:xfrm>
            <a:off x="705248" y="353529"/>
            <a:ext cx="6274250" cy="5280014"/>
            <a:chOff x="1422400" y="749243"/>
            <a:chExt cx="6410960" cy="5359514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43D1D97-7B77-1DD6-0B61-F74382379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84" t="9427" r="63056" b="1353"/>
            <a:stretch/>
          </p:blipFill>
          <p:spPr>
            <a:xfrm flipH="1">
              <a:off x="1422400" y="749243"/>
              <a:ext cx="3530600" cy="5359514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8A9AD2-A50A-CDFA-1AC2-3480D5EDCF10}"/>
                </a:ext>
              </a:extLst>
            </p:cNvPr>
            <p:cNvSpPr txBox="1"/>
            <p:nvPr/>
          </p:nvSpPr>
          <p:spPr>
            <a:xfrm>
              <a:off x="4759962" y="2380734"/>
              <a:ext cx="1778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Nasopharynx</a:t>
              </a:r>
              <a:endParaRPr lang="en-US" sz="12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A08E0AF-9549-19CD-08E3-23CE044A8CD8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4038600" y="2519233"/>
              <a:ext cx="72136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52A76E-CA8A-8E19-8EF4-4DA24055B1C7}"/>
                </a:ext>
              </a:extLst>
            </p:cNvPr>
            <p:cNvSpPr txBox="1"/>
            <p:nvPr/>
          </p:nvSpPr>
          <p:spPr>
            <a:xfrm>
              <a:off x="4759962" y="3632954"/>
              <a:ext cx="1778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Epiglottis</a:t>
              </a:r>
              <a:endParaRPr lang="en-US" sz="12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366B942-3311-0169-AACB-0A76DDB6A3C4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 flipV="1">
              <a:off x="4197351" y="3771454"/>
              <a:ext cx="562611" cy="42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35A335E-AEC4-8BB1-433E-43A53DC8E871}"/>
                </a:ext>
              </a:extLst>
            </p:cNvPr>
            <p:cNvSpPr txBox="1"/>
            <p:nvPr/>
          </p:nvSpPr>
          <p:spPr>
            <a:xfrm>
              <a:off x="4759962" y="3301722"/>
              <a:ext cx="30733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sz="1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axillomandibular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6DC47EE-F575-56CD-3F94-A170CC73910B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>
              <a:off x="3906520" y="3440221"/>
              <a:ext cx="85344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13D643F-1509-8E4A-5614-869CEB2F6ED2}"/>
                </a:ext>
              </a:extLst>
            </p:cNvPr>
            <p:cNvSpPr txBox="1"/>
            <p:nvPr/>
          </p:nvSpPr>
          <p:spPr>
            <a:xfrm>
              <a:off x="4759962" y="2866152"/>
              <a:ext cx="1778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1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pinal </a:t>
              </a: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20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olumn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B8A04DD-D0D8-AD1B-64A5-4B1EDFE3DA16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>
              <a:off x="4514218" y="3004652"/>
              <a:ext cx="2457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0" name="Picture 2" descr="Obstructive Sleep Apnea (OSA) Workup: Approach Considerations, Lab Studies,  Polysomnography">
            <a:extLst>
              <a:ext uri="{FF2B5EF4-FFF2-40B4-BE49-F238E27FC236}">
                <a16:creationId xmlns:a16="http://schemas.microsoft.com/office/drawing/2014/main" id="{0430308A-85C2-C6B2-9AD2-22BD3F02B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638" r="52396" b="8218"/>
          <a:stretch/>
        </p:blipFill>
        <p:spPr bwMode="auto">
          <a:xfrm>
            <a:off x="5907066" y="676740"/>
            <a:ext cx="2238966" cy="231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2" descr="Obstructive Sleep Apnea (OSA) Workup: Approach Considerations, Lab Studies,  Polysomnography">
            <a:extLst>
              <a:ext uri="{FF2B5EF4-FFF2-40B4-BE49-F238E27FC236}">
                <a16:creationId xmlns:a16="http://schemas.microsoft.com/office/drawing/2014/main" id="{32219BC9-1C8C-E333-7391-44E8985CF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23" t="9638" r="3423" b="8218"/>
          <a:stretch/>
        </p:blipFill>
        <p:spPr bwMode="auto">
          <a:xfrm>
            <a:off x="5907063" y="3322392"/>
            <a:ext cx="2234509" cy="231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D5E6101C-75DC-E63E-1239-53A717E47D90}"/>
              </a:ext>
            </a:extLst>
          </p:cNvPr>
          <p:cNvSpPr txBox="1"/>
          <p:nvPr/>
        </p:nvSpPr>
        <p:spPr>
          <a:xfrm>
            <a:off x="5907064" y="350252"/>
            <a:ext cx="22345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US" sz="1200" b="1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7DD9DC5-BCD9-A46A-8300-34EB71D56F7A}"/>
              </a:ext>
            </a:extLst>
          </p:cNvPr>
          <p:cNvSpPr txBox="1"/>
          <p:nvPr/>
        </p:nvSpPr>
        <p:spPr>
          <a:xfrm>
            <a:off x="5902832" y="3022296"/>
            <a:ext cx="22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Obstructive Sleep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pnea</a:t>
            </a:r>
            <a:endParaRPr lang="en-US" sz="1200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BA640BA-BAEB-4E5F-9629-8B66036AFBD2}"/>
              </a:ext>
            </a:extLst>
          </p:cNvPr>
          <p:cNvSpPr/>
          <p:nvPr/>
        </p:nvSpPr>
        <p:spPr>
          <a:xfrm>
            <a:off x="6688006" y="1429792"/>
            <a:ext cx="383599" cy="9971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E19F55-0EBD-234C-6BD0-5119FF339C0C}"/>
              </a:ext>
            </a:extLst>
          </p:cNvPr>
          <p:cNvSpPr txBox="1"/>
          <p:nvPr/>
        </p:nvSpPr>
        <p:spPr>
          <a:xfrm>
            <a:off x="776206" y="304410"/>
            <a:ext cx="307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47032-8B36-5247-B5BA-1286A8520113}"/>
              </a:ext>
            </a:extLst>
          </p:cNvPr>
          <p:cNvSpPr txBox="1"/>
          <p:nvPr/>
        </p:nvSpPr>
        <p:spPr>
          <a:xfrm>
            <a:off x="5177216" y="304410"/>
            <a:ext cx="307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49DCB4-7CA4-33AD-A5C0-8674B132DBD3}"/>
              </a:ext>
            </a:extLst>
          </p:cNvPr>
          <p:cNvSpPr/>
          <p:nvPr/>
        </p:nvSpPr>
        <p:spPr>
          <a:xfrm>
            <a:off x="6606234" y="3990854"/>
            <a:ext cx="383599" cy="9971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17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F825A-4C47-04E1-A499-1B74938F8E57}"/>
              </a:ext>
            </a:extLst>
          </p:cNvPr>
          <p:cNvSpPr/>
          <p:nvPr/>
        </p:nvSpPr>
        <p:spPr>
          <a:xfrm>
            <a:off x="1289154" y="1079291"/>
            <a:ext cx="8617484" cy="5201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924AA-8EB7-4CF8-4C98-18C092370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847" y="1244184"/>
            <a:ext cx="3270991" cy="48401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FEE11D-432A-8447-4DA7-B8F342664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718" y="1304144"/>
            <a:ext cx="3726772" cy="4249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10F13-14D2-6E56-8EB7-DF9922A4B1B9}"/>
              </a:ext>
            </a:extLst>
          </p:cNvPr>
          <p:cNvSpPr txBox="1"/>
          <p:nvPr/>
        </p:nvSpPr>
        <p:spPr>
          <a:xfrm>
            <a:off x="1742213" y="1253420"/>
            <a:ext cx="307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32499-5653-B43F-CA5E-6ED6E68BF294}"/>
              </a:ext>
            </a:extLst>
          </p:cNvPr>
          <p:cNvSpPr txBox="1"/>
          <p:nvPr/>
        </p:nvSpPr>
        <p:spPr>
          <a:xfrm>
            <a:off x="6283106" y="1253420"/>
            <a:ext cx="307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14939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487DA0-EC44-C8F3-F6C5-1C99DD026FC9}"/>
              </a:ext>
            </a:extLst>
          </p:cNvPr>
          <p:cNvSpPr/>
          <p:nvPr/>
        </p:nvSpPr>
        <p:spPr>
          <a:xfrm>
            <a:off x="2416630" y="332707"/>
            <a:ext cx="8186130" cy="58259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5802B-4DD1-F0F1-EBC7-AC3B94C9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0" y="933450"/>
            <a:ext cx="7099300" cy="49911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6E6BBA-B8AD-9A25-C8CF-6A3C86DB73B1}"/>
              </a:ext>
            </a:extLst>
          </p:cNvPr>
          <p:cNvCxnSpPr>
            <a:cxnSpLocks/>
          </p:cNvCxnSpPr>
          <p:nvPr/>
        </p:nvCxnSpPr>
        <p:spPr>
          <a:xfrm>
            <a:off x="3164901" y="1190084"/>
            <a:ext cx="0" cy="448056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D79C07-392C-0314-CED2-32414D4A0774}"/>
              </a:ext>
            </a:extLst>
          </p:cNvPr>
          <p:cNvCxnSpPr>
            <a:cxnSpLocks/>
          </p:cNvCxnSpPr>
          <p:nvPr/>
        </p:nvCxnSpPr>
        <p:spPr>
          <a:xfrm>
            <a:off x="3073461" y="1160339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8D9828-37FA-B949-85BD-EA6AAA1F3B91}"/>
              </a:ext>
            </a:extLst>
          </p:cNvPr>
          <p:cNvCxnSpPr>
            <a:cxnSpLocks/>
          </p:cNvCxnSpPr>
          <p:nvPr/>
        </p:nvCxnSpPr>
        <p:spPr>
          <a:xfrm>
            <a:off x="3073461" y="5700388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865FB8-7EAA-0929-E3D3-48B4743F206A}"/>
                  </a:ext>
                </a:extLst>
              </p:cNvPr>
              <p:cNvSpPr txBox="1"/>
              <p:nvPr/>
            </p:nvSpPr>
            <p:spPr>
              <a:xfrm>
                <a:off x="2822870" y="3245698"/>
                <a:ext cx="284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865FB8-7EAA-0929-E3D3-48B4743F2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870" y="3245698"/>
                <a:ext cx="284757" cy="369332"/>
              </a:xfrm>
              <a:prstGeom prst="rect">
                <a:avLst/>
              </a:prstGeom>
              <a:blipFill>
                <a:blip r:embed="rId3"/>
                <a:stretch>
                  <a:fillRect l="-26087" r="-21739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9675F4-ED15-02B5-87A0-BC5F920EC2CB}"/>
              </a:ext>
            </a:extLst>
          </p:cNvPr>
          <p:cNvCxnSpPr>
            <a:cxnSpLocks/>
          </p:cNvCxnSpPr>
          <p:nvPr/>
        </p:nvCxnSpPr>
        <p:spPr>
          <a:xfrm>
            <a:off x="3326341" y="922539"/>
            <a:ext cx="0" cy="1828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009191-2D38-AAF3-C6EE-46444A696378}"/>
              </a:ext>
            </a:extLst>
          </p:cNvPr>
          <p:cNvCxnSpPr>
            <a:cxnSpLocks/>
          </p:cNvCxnSpPr>
          <p:nvPr/>
        </p:nvCxnSpPr>
        <p:spPr>
          <a:xfrm>
            <a:off x="6824850" y="922539"/>
            <a:ext cx="0" cy="1828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E63030-8DE6-8E3D-D662-E2A3E064AD16}"/>
              </a:ext>
            </a:extLst>
          </p:cNvPr>
          <p:cNvCxnSpPr>
            <a:cxnSpLocks/>
          </p:cNvCxnSpPr>
          <p:nvPr/>
        </p:nvCxnSpPr>
        <p:spPr>
          <a:xfrm flipV="1">
            <a:off x="3362520" y="1010952"/>
            <a:ext cx="3426151" cy="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209E06-7942-2AF9-42B1-56D6BF74422A}"/>
                  </a:ext>
                </a:extLst>
              </p:cNvPr>
              <p:cNvSpPr txBox="1"/>
              <p:nvPr/>
            </p:nvSpPr>
            <p:spPr>
              <a:xfrm>
                <a:off x="4647081" y="595973"/>
                <a:ext cx="8570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0.77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209E06-7942-2AF9-42B1-56D6BF744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081" y="595973"/>
                <a:ext cx="857029" cy="369332"/>
              </a:xfrm>
              <a:prstGeom prst="rect">
                <a:avLst/>
              </a:prstGeom>
              <a:blipFill>
                <a:blip r:embed="rId4"/>
                <a:stretch>
                  <a:fillRect l="-7246" r="-7246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1703D6-14C5-40EC-1D61-D67C0E68FBA4}"/>
              </a:ext>
            </a:extLst>
          </p:cNvPr>
          <p:cNvCxnSpPr>
            <a:cxnSpLocks/>
          </p:cNvCxnSpPr>
          <p:nvPr/>
        </p:nvCxnSpPr>
        <p:spPr>
          <a:xfrm>
            <a:off x="8855482" y="926655"/>
            <a:ext cx="0" cy="1828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D795C9-EF7A-469A-ED8D-A275D3A8F0B8}"/>
              </a:ext>
            </a:extLst>
          </p:cNvPr>
          <p:cNvCxnSpPr>
            <a:cxnSpLocks/>
          </p:cNvCxnSpPr>
          <p:nvPr/>
        </p:nvCxnSpPr>
        <p:spPr>
          <a:xfrm flipV="1">
            <a:off x="6888322" y="1015068"/>
            <a:ext cx="1920240" cy="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3FF2C4-1E76-31DC-6828-0280D146CEBB}"/>
                  </a:ext>
                </a:extLst>
              </p:cNvPr>
              <p:cNvSpPr txBox="1"/>
              <p:nvPr/>
            </p:nvSpPr>
            <p:spPr>
              <a:xfrm>
                <a:off x="7419928" y="595973"/>
                <a:ext cx="8570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0.47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3FF2C4-1E76-31DC-6828-0280D146C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928" y="595973"/>
                <a:ext cx="857029" cy="369332"/>
              </a:xfrm>
              <a:prstGeom prst="rect">
                <a:avLst/>
              </a:prstGeom>
              <a:blipFill>
                <a:blip r:embed="rId5"/>
                <a:stretch>
                  <a:fillRect l="-8824" r="-7353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A96D42-3067-FEC1-F7EE-FF5520F42B99}"/>
              </a:ext>
            </a:extLst>
          </p:cNvPr>
          <p:cNvCxnSpPr>
            <a:cxnSpLocks/>
          </p:cNvCxnSpPr>
          <p:nvPr/>
        </p:nvCxnSpPr>
        <p:spPr>
          <a:xfrm>
            <a:off x="8992157" y="1180193"/>
            <a:ext cx="0" cy="210312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236B24-851C-355A-EA00-3F06371CA9FF}"/>
              </a:ext>
            </a:extLst>
          </p:cNvPr>
          <p:cNvCxnSpPr>
            <a:cxnSpLocks/>
          </p:cNvCxnSpPr>
          <p:nvPr/>
        </p:nvCxnSpPr>
        <p:spPr>
          <a:xfrm>
            <a:off x="8900717" y="1152098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F7E156-9122-4986-51AC-A4CE0D375ADF}"/>
              </a:ext>
            </a:extLst>
          </p:cNvPr>
          <p:cNvCxnSpPr>
            <a:cxnSpLocks/>
          </p:cNvCxnSpPr>
          <p:nvPr/>
        </p:nvCxnSpPr>
        <p:spPr>
          <a:xfrm>
            <a:off x="8900717" y="5716861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832F8B-2BC9-D831-B7F9-1D5E0CEC8C8F}"/>
                  </a:ext>
                </a:extLst>
              </p:cNvPr>
              <p:cNvSpPr txBox="1"/>
              <p:nvPr/>
            </p:nvSpPr>
            <p:spPr>
              <a:xfrm>
                <a:off x="9120709" y="3237457"/>
                <a:ext cx="8570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0.21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832F8B-2BC9-D831-B7F9-1D5E0CEC8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09" y="3237457"/>
                <a:ext cx="857029" cy="369332"/>
              </a:xfrm>
              <a:prstGeom prst="rect">
                <a:avLst/>
              </a:prstGeom>
              <a:blipFill>
                <a:blip r:embed="rId6"/>
                <a:stretch>
                  <a:fillRect l="-8824" r="-7353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A02341-2AD0-E243-128E-593B9C442BF1}"/>
              </a:ext>
            </a:extLst>
          </p:cNvPr>
          <p:cNvCxnSpPr>
            <a:cxnSpLocks/>
          </p:cNvCxnSpPr>
          <p:nvPr/>
        </p:nvCxnSpPr>
        <p:spPr>
          <a:xfrm>
            <a:off x="8900717" y="3311408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7BB0B3-9637-F1A9-DFA0-BBB4FFCD63BA}"/>
              </a:ext>
            </a:extLst>
          </p:cNvPr>
          <p:cNvCxnSpPr>
            <a:cxnSpLocks/>
          </p:cNvCxnSpPr>
          <p:nvPr/>
        </p:nvCxnSpPr>
        <p:spPr>
          <a:xfrm>
            <a:off x="8992157" y="3581531"/>
            <a:ext cx="0" cy="2103120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EA8C15-B36C-ADB1-B121-4E80CECA38C0}"/>
              </a:ext>
            </a:extLst>
          </p:cNvPr>
          <p:cNvCxnSpPr>
            <a:cxnSpLocks/>
          </p:cNvCxnSpPr>
          <p:nvPr/>
        </p:nvCxnSpPr>
        <p:spPr>
          <a:xfrm>
            <a:off x="8900717" y="3553436"/>
            <a:ext cx="18288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31543C-9D6C-32AC-4122-23E54D06D9A9}"/>
                  </a:ext>
                </a:extLst>
              </p:cNvPr>
              <p:cNvSpPr txBox="1"/>
              <p:nvPr/>
            </p:nvSpPr>
            <p:spPr>
              <a:xfrm>
                <a:off x="9120709" y="2047087"/>
                <a:ext cx="1026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0.395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31543C-9D6C-32AC-4122-23E54D06D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09" y="2047087"/>
                <a:ext cx="1026948" cy="369332"/>
              </a:xfrm>
              <a:prstGeom prst="rect">
                <a:avLst/>
              </a:prstGeom>
              <a:blipFill>
                <a:blip r:embed="rId7"/>
                <a:stretch>
                  <a:fillRect l="-7317" r="-6098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A8A4A9-17F4-9500-FAE7-AC01B2C8A271}"/>
                  </a:ext>
                </a:extLst>
              </p:cNvPr>
              <p:cNvSpPr txBox="1"/>
              <p:nvPr/>
            </p:nvSpPr>
            <p:spPr>
              <a:xfrm>
                <a:off x="9120709" y="4448425"/>
                <a:ext cx="1026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0.395</m:t>
                      </m:r>
                      <m:r>
                        <a:rPr lang="fr-CH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A8A4A9-17F4-9500-FAE7-AC01B2C8A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09" y="4448425"/>
                <a:ext cx="1026948" cy="369332"/>
              </a:xfrm>
              <a:prstGeom prst="rect">
                <a:avLst/>
              </a:prstGeom>
              <a:blipFill>
                <a:blip r:embed="rId8"/>
                <a:stretch>
                  <a:fillRect l="-7317" r="-609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A35031-8E9B-0036-588C-943D2A9F703E}"/>
              </a:ext>
            </a:extLst>
          </p:cNvPr>
          <p:cNvCxnSpPr>
            <a:cxnSpLocks/>
          </p:cNvCxnSpPr>
          <p:nvPr/>
        </p:nvCxnSpPr>
        <p:spPr>
          <a:xfrm>
            <a:off x="8992157" y="3326154"/>
            <a:ext cx="0" cy="210312"/>
          </a:xfrm>
          <a:prstGeom prst="line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0B4D73-022A-9265-4378-BF8DF07404D6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7799014" y="4448425"/>
            <a:ext cx="285193" cy="72905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730B4A8-978A-690D-5153-99E07CFEBD5B}"/>
              </a:ext>
            </a:extLst>
          </p:cNvPr>
          <p:cNvSpPr txBox="1"/>
          <p:nvPr/>
        </p:nvSpPr>
        <p:spPr>
          <a:xfrm>
            <a:off x="7648831" y="5177478"/>
            <a:ext cx="870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1161C7-2754-AC05-BEA4-EE16AD52CDFE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5061514" y="1302782"/>
            <a:ext cx="0" cy="194291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6A64984-55E7-60A8-681F-9B8F77D8DA6E}"/>
              </a:ext>
            </a:extLst>
          </p:cNvPr>
          <p:cNvSpPr txBox="1"/>
          <p:nvPr/>
        </p:nvSpPr>
        <p:spPr>
          <a:xfrm>
            <a:off x="4647081" y="3245698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0B26742-F3A9-2245-542D-1DF4D75B4359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5079251" y="3645808"/>
            <a:ext cx="0" cy="189687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36B359C-F7E6-7D9F-A588-CDD7119316DE}"/>
              </a:ext>
            </a:extLst>
          </p:cNvPr>
          <p:cNvCxnSpPr>
            <a:cxnSpLocks/>
          </p:cNvCxnSpPr>
          <p:nvPr/>
        </p:nvCxnSpPr>
        <p:spPr>
          <a:xfrm flipH="1">
            <a:off x="3469384" y="3430364"/>
            <a:ext cx="109728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50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595654" y="1779104"/>
            <a:ext cx="9571510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1788762" y="1995412"/>
            <a:ext cx="914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Displacement Magnitude (cm)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1980443" y="2492323"/>
            <a:ext cx="2684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5092910" y="2492323"/>
            <a:ext cx="2389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627DA-59D2-30B2-3B6C-10C42EA7DD1F}"/>
              </a:ext>
            </a:extLst>
          </p:cNvPr>
          <p:cNvSpPr txBox="1"/>
          <p:nvPr/>
        </p:nvSpPr>
        <p:spPr>
          <a:xfrm>
            <a:off x="7997336" y="2492323"/>
            <a:ext cx="263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pic>
        <p:nvPicPr>
          <p:cNvPr id="29" name="Picture 28" descr="A blue rectangle shaped object&#10;&#10;Description automatically generated">
            <a:extLst>
              <a:ext uri="{FF2B5EF4-FFF2-40B4-BE49-F238E27FC236}">
                <a16:creationId xmlns:a16="http://schemas.microsoft.com/office/drawing/2014/main" id="{16A93B57-1F85-435B-E46E-F2FC21802D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43" r="87565" b="5279"/>
          <a:stretch/>
        </p:blipFill>
        <p:spPr>
          <a:xfrm>
            <a:off x="2042029" y="4560166"/>
            <a:ext cx="664485" cy="55007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FF829D8-2AFC-4045-73AF-BB8BC97425CD}"/>
              </a:ext>
            </a:extLst>
          </p:cNvPr>
          <p:cNvSpPr/>
          <p:nvPr/>
        </p:nvSpPr>
        <p:spPr>
          <a:xfrm>
            <a:off x="2775702" y="4948751"/>
            <a:ext cx="128016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7D8F86-5692-DEAC-D3C2-0E1AFE114F1E}"/>
              </a:ext>
            </a:extLst>
          </p:cNvPr>
          <p:cNvSpPr/>
          <p:nvPr/>
        </p:nvSpPr>
        <p:spPr>
          <a:xfrm>
            <a:off x="2904452" y="4948751"/>
            <a:ext cx="128016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291C9B-0908-09F3-96EB-12AECBAA6639}"/>
              </a:ext>
            </a:extLst>
          </p:cNvPr>
          <p:cNvSpPr/>
          <p:nvPr/>
        </p:nvSpPr>
        <p:spPr>
          <a:xfrm>
            <a:off x="3033202" y="4948751"/>
            <a:ext cx="128016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41711B-48B6-0C2F-F5FE-991991E89D4E}"/>
              </a:ext>
            </a:extLst>
          </p:cNvPr>
          <p:cNvSpPr/>
          <p:nvPr/>
        </p:nvSpPr>
        <p:spPr>
          <a:xfrm>
            <a:off x="3161952" y="4948751"/>
            <a:ext cx="128016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D63FF2-AD1B-93DE-C590-4F3CEEE1F92A}"/>
              </a:ext>
            </a:extLst>
          </p:cNvPr>
          <p:cNvSpPr txBox="1"/>
          <p:nvPr/>
        </p:nvSpPr>
        <p:spPr>
          <a:xfrm>
            <a:off x="2965247" y="4766163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1886808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4942575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B42A28-E7F2-D526-4C9C-9A4B25557B9E}"/>
              </a:ext>
            </a:extLst>
          </p:cNvPr>
          <p:cNvSpPr txBox="1"/>
          <p:nvPr/>
        </p:nvSpPr>
        <p:spPr>
          <a:xfrm>
            <a:off x="8012857" y="2498756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3" name="Picture 12" descr="A blue and rainbow colored pencil tip&#10;&#10;Description automatically generated">
            <a:extLst>
              <a:ext uri="{FF2B5EF4-FFF2-40B4-BE49-F238E27FC236}">
                <a16:creationId xmlns:a16="http://schemas.microsoft.com/office/drawing/2014/main" id="{B5D93B81-BE0B-190A-8CDE-08B4DBBF68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53" t="4042" r="2514" b="5042"/>
          <a:stretch/>
        </p:blipFill>
        <p:spPr>
          <a:xfrm>
            <a:off x="10664198" y="2788255"/>
            <a:ext cx="264686" cy="2132687"/>
          </a:xfrm>
          <a:prstGeom prst="rect">
            <a:avLst/>
          </a:prstGeom>
        </p:spPr>
      </p:pic>
      <p:pic>
        <p:nvPicPr>
          <p:cNvPr id="15" name="Picture 14" descr="A blue and rainbow colored pencil tip&#10;&#10;Description automatically generated">
            <a:extLst>
              <a:ext uri="{FF2B5EF4-FFF2-40B4-BE49-F238E27FC236}">
                <a16:creationId xmlns:a16="http://schemas.microsoft.com/office/drawing/2014/main" id="{1352C0D3-A8B3-8FE1-5E8D-B7C1BE6AA4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53" t="4042" r="2514" b="5042"/>
          <a:stretch/>
        </p:blipFill>
        <p:spPr>
          <a:xfrm>
            <a:off x="7604926" y="2788255"/>
            <a:ext cx="264686" cy="2132687"/>
          </a:xfrm>
          <a:prstGeom prst="rect">
            <a:avLst/>
          </a:prstGeom>
        </p:spPr>
      </p:pic>
      <p:pic>
        <p:nvPicPr>
          <p:cNvPr id="18" name="Picture 17" descr="A blue and rainbow colored pencil tip&#10;&#10;Description automatically generated">
            <a:extLst>
              <a:ext uri="{FF2B5EF4-FFF2-40B4-BE49-F238E27FC236}">
                <a16:creationId xmlns:a16="http://schemas.microsoft.com/office/drawing/2014/main" id="{B302A0BA-3055-2118-8C34-8EC38896D4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553" t="4042" r="2514" b="5042"/>
          <a:stretch/>
        </p:blipFill>
        <p:spPr>
          <a:xfrm>
            <a:off x="4595114" y="2788255"/>
            <a:ext cx="264686" cy="2132687"/>
          </a:xfrm>
          <a:prstGeom prst="rect">
            <a:avLst/>
          </a:prstGeom>
        </p:spPr>
      </p:pic>
      <p:pic>
        <p:nvPicPr>
          <p:cNvPr id="43" name="Picture 42" descr="A blue object with a white background&#10;&#10;Description automatically generated">
            <a:extLst>
              <a:ext uri="{FF2B5EF4-FFF2-40B4-BE49-F238E27FC236}">
                <a16:creationId xmlns:a16="http://schemas.microsoft.com/office/drawing/2014/main" id="{C56B3D9A-815F-13A3-5D3E-286DC85C7E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31" t="10248" r="18234" b="40423"/>
          <a:stretch/>
        </p:blipFill>
        <p:spPr>
          <a:xfrm rot="219421">
            <a:off x="1828752" y="2843278"/>
            <a:ext cx="2726513" cy="1340952"/>
          </a:xfrm>
          <a:prstGeom prst="rect">
            <a:avLst/>
          </a:prstGeom>
        </p:spPr>
      </p:pic>
      <p:pic>
        <p:nvPicPr>
          <p:cNvPr id="45" name="Picture 44" descr="A blue and rainbow colored pencil tip&#10;&#10;Description automatically generated">
            <a:extLst>
              <a:ext uri="{FF2B5EF4-FFF2-40B4-BE49-F238E27FC236}">
                <a16:creationId xmlns:a16="http://schemas.microsoft.com/office/drawing/2014/main" id="{10C5F82E-7A8C-F43B-F82F-B148C00BF8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744" t="10349" r="18234" b="11396"/>
          <a:stretch/>
        </p:blipFill>
        <p:spPr>
          <a:xfrm rot="221829">
            <a:off x="5086568" y="2852222"/>
            <a:ext cx="2443007" cy="213268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97ED595-5706-9F66-6205-08213E717A2D}"/>
              </a:ext>
            </a:extLst>
          </p:cNvPr>
          <p:cNvSpPr txBox="1"/>
          <p:nvPr/>
        </p:nvSpPr>
        <p:spPr>
          <a:xfrm>
            <a:off x="5832621" y="4765911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1.60 cm</a:t>
            </a:r>
          </a:p>
        </p:txBody>
      </p:sp>
      <p:pic>
        <p:nvPicPr>
          <p:cNvPr id="47" name="Picture 46" descr="A blue and yellow object&#10;&#10;Description automatically generated">
            <a:extLst>
              <a:ext uri="{FF2B5EF4-FFF2-40B4-BE49-F238E27FC236}">
                <a16:creationId xmlns:a16="http://schemas.microsoft.com/office/drawing/2014/main" id="{0F37EB23-F8EF-16FB-E09B-E5A2330817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765" t="16944" r="17161" b="16567"/>
          <a:stretch/>
        </p:blipFill>
        <p:spPr>
          <a:xfrm rot="163039">
            <a:off x="8012857" y="2884306"/>
            <a:ext cx="2600054" cy="181203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7EC48AC-2B98-58BA-B251-ED86907C2908}"/>
              </a:ext>
            </a:extLst>
          </p:cNvPr>
          <p:cNvSpPr txBox="1"/>
          <p:nvPr/>
        </p:nvSpPr>
        <p:spPr>
          <a:xfrm>
            <a:off x="8837434" y="4783330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1.08 cm</a:t>
            </a:r>
          </a:p>
        </p:txBody>
      </p:sp>
    </p:spTree>
    <p:extLst>
      <p:ext uri="{BB962C8B-B14F-4D97-AF65-F5344CB8AC3E}">
        <p14:creationId xmlns:p14="http://schemas.microsoft.com/office/powerpoint/2010/main" val="36988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4793A4B4-DE08-CD7B-366D-C28D189A8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6057703" y="2474904"/>
            <a:ext cx="249151" cy="22348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721009" y="19692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 (Pa)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53162" y="2453355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634773" y="2453355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171866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515944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904569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3015976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13652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919760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784018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5B757388-EB7A-306B-3041-763485B19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10412001" y="2492323"/>
            <a:ext cx="249151" cy="2234893"/>
          </a:xfrm>
          <a:prstGeom prst="rect">
            <a:avLst/>
          </a:prstGeom>
        </p:spPr>
      </p:pic>
      <p:pic>
        <p:nvPicPr>
          <p:cNvPr id="16" name="Picture 15" descr="A diagram of a ventilator&#10;&#10;Description automatically generated">
            <a:extLst>
              <a:ext uri="{FF2B5EF4-FFF2-40B4-BE49-F238E27FC236}">
                <a16:creationId xmlns:a16="http://schemas.microsoft.com/office/drawing/2014/main" id="{2BDC7135-4C65-8EA2-BE04-C0C415066C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047" r="91428" b="5115"/>
          <a:stretch/>
        </p:blipFill>
        <p:spPr>
          <a:xfrm>
            <a:off x="2199209" y="4715650"/>
            <a:ext cx="374507" cy="394310"/>
          </a:xfrm>
          <a:prstGeom prst="rect">
            <a:avLst/>
          </a:prstGeom>
        </p:spPr>
      </p:pic>
      <p:pic>
        <p:nvPicPr>
          <p:cNvPr id="33" name="Picture 32" descr="A diagram of a ventilator&#10;&#10;Description automatically generated">
            <a:extLst>
              <a:ext uri="{FF2B5EF4-FFF2-40B4-BE49-F238E27FC236}">
                <a16:creationId xmlns:a16="http://schemas.microsoft.com/office/drawing/2014/main" id="{14C2D768-F151-E10B-5DBF-4B8CB2EB39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06" t="18618" r="12921" b="18625"/>
          <a:stretch/>
        </p:blipFill>
        <p:spPr>
          <a:xfrm>
            <a:off x="2171866" y="2731648"/>
            <a:ext cx="3843096" cy="1981492"/>
          </a:xfrm>
          <a:prstGeom prst="rect">
            <a:avLst/>
          </a:prstGeom>
        </p:spPr>
      </p:pic>
      <p:pic>
        <p:nvPicPr>
          <p:cNvPr id="34" name="Picture 33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8F473799-1C0B-DB3F-258A-F9C160CD96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" t="18617" r="12921" b="18625"/>
          <a:stretch/>
        </p:blipFill>
        <p:spPr>
          <a:xfrm>
            <a:off x="6515944" y="2728864"/>
            <a:ext cx="3844158" cy="198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2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721009" y="19692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 Velocity Magnitude (m/s)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53162" y="2453355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634773" y="2453355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171866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515944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915329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3026736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14728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930520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794778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diagram of a ventilator&#10;&#10;Description automatically generated">
            <a:extLst>
              <a:ext uri="{FF2B5EF4-FFF2-40B4-BE49-F238E27FC236}">
                <a16:creationId xmlns:a16="http://schemas.microsoft.com/office/drawing/2014/main" id="{2BDC7135-4C65-8EA2-BE04-C0C415066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47" r="91428" b="5115"/>
          <a:stretch/>
        </p:blipFill>
        <p:spPr>
          <a:xfrm>
            <a:off x="2209969" y="4715650"/>
            <a:ext cx="374507" cy="394310"/>
          </a:xfrm>
          <a:prstGeom prst="rect">
            <a:avLst/>
          </a:prstGeom>
        </p:spPr>
      </p:pic>
      <p:pic>
        <p:nvPicPr>
          <p:cNvPr id="2" name="Picture 1" descr="A diagram of a book&#10;&#10;Description automatically generated">
            <a:extLst>
              <a:ext uri="{FF2B5EF4-FFF2-40B4-BE49-F238E27FC236}">
                <a16:creationId xmlns:a16="http://schemas.microsoft.com/office/drawing/2014/main" id="{C444C95A-999D-08F8-649C-F76A3925C7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755" t="4331" r="2584" b="5638"/>
          <a:stretch/>
        </p:blipFill>
        <p:spPr>
          <a:xfrm>
            <a:off x="10425893" y="2466358"/>
            <a:ext cx="275939" cy="2279990"/>
          </a:xfrm>
          <a:prstGeom prst="rect">
            <a:avLst/>
          </a:prstGeom>
        </p:spPr>
      </p:pic>
      <p:pic>
        <p:nvPicPr>
          <p:cNvPr id="4" name="Picture 3" descr="A diagram of a book&#10;&#10;Description automatically generated">
            <a:extLst>
              <a:ext uri="{FF2B5EF4-FFF2-40B4-BE49-F238E27FC236}">
                <a16:creationId xmlns:a16="http://schemas.microsoft.com/office/drawing/2014/main" id="{E8A37E42-7E0E-1863-4919-048C21D16B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755" t="4331" r="2584" b="5638"/>
          <a:stretch/>
        </p:blipFill>
        <p:spPr>
          <a:xfrm>
            <a:off x="6069824" y="2466358"/>
            <a:ext cx="275939" cy="2279990"/>
          </a:xfrm>
          <a:prstGeom prst="rect">
            <a:avLst/>
          </a:prstGeom>
        </p:spPr>
      </p:pic>
      <p:pic>
        <p:nvPicPr>
          <p:cNvPr id="13" name="Picture 12" descr="A diagram of a ventilator&#10;&#10;Description automatically generated">
            <a:extLst>
              <a:ext uri="{FF2B5EF4-FFF2-40B4-BE49-F238E27FC236}">
                <a16:creationId xmlns:a16="http://schemas.microsoft.com/office/drawing/2014/main" id="{2E69C26E-B21E-2298-59F0-E75BB09FFF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47" t="18822" r="13119" b="18236"/>
          <a:stretch/>
        </p:blipFill>
        <p:spPr>
          <a:xfrm>
            <a:off x="2164357" y="2755219"/>
            <a:ext cx="3851216" cy="1994746"/>
          </a:xfrm>
          <a:prstGeom prst="rect">
            <a:avLst/>
          </a:prstGeom>
        </p:spPr>
      </p:pic>
      <p:pic>
        <p:nvPicPr>
          <p:cNvPr id="14" name="Picture 13" descr="A diagram of a heat exchanger&#10;&#10;Description automatically generated">
            <a:extLst>
              <a:ext uri="{FF2B5EF4-FFF2-40B4-BE49-F238E27FC236}">
                <a16:creationId xmlns:a16="http://schemas.microsoft.com/office/drawing/2014/main" id="{0D049267-0647-6DE6-A976-7FAFF3FAC9D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4" t="18822" r="13119" b="18624"/>
          <a:stretch/>
        </p:blipFill>
        <p:spPr>
          <a:xfrm>
            <a:off x="6505106" y="2748139"/>
            <a:ext cx="3844159" cy="198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0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D1E242-D85C-D744-F615-02F2FE88E44A}"/>
              </a:ext>
            </a:extLst>
          </p:cNvPr>
          <p:cNvSpPr/>
          <p:nvPr/>
        </p:nvSpPr>
        <p:spPr>
          <a:xfrm>
            <a:off x="1596334" y="95090"/>
            <a:ext cx="9411803" cy="6667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EF1B681B-3460-C7F9-4ED9-DED4E215B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58" t="4716" r="3326" b="5761"/>
          <a:stretch/>
        </p:blipFill>
        <p:spPr>
          <a:xfrm>
            <a:off x="5918132" y="790889"/>
            <a:ext cx="249151" cy="223489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FF0090-9A9D-4D44-3BF6-3F716CF08817}"/>
              </a:ext>
            </a:extLst>
          </p:cNvPr>
          <p:cNvSpPr txBox="1"/>
          <p:nvPr/>
        </p:nvSpPr>
        <p:spPr>
          <a:xfrm>
            <a:off x="4561983" y="285271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 (Pa)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9FE98-AA63-C1B8-4F6A-AD2B76F78192}"/>
              </a:ext>
            </a:extLst>
          </p:cNvPr>
          <p:cNvSpPr txBox="1"/>
          <p:nvPr/>
        </p:nvSpPr>
        <p:spPr>
          <a:xfrm>
            <a:off x="2194136" y="769340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13909B-AEED-E60D-868A-92A481028CC2}"/>
              </a:ext>
            </a:extLst>
          </p:cNvPr>
          <p:cNvSpPr txBox="1"/>
          <p:nvPr/>
        </p:nvSpPr>
        <p:spPr>
          <a:xfrm>
            <a:off x="6475747" y="769340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50DB0-2B63-AB52-87FD-58CAEF9A59BD}"/>
              </a:ext>
            </a:extLst>
          </p:cNvPr>
          <p:cNvSpPr txBox="1"/>
          <p:nvPr/>
        </p:nvSpPr>
        <p:spPr>
          <a:xfrm>
            <a:off x="2012840" y="759628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6EFD9C-B6FB-6A37-F378-B31C83914C0D}"/>
              </a:ext>
            </a:extLst>
          </p:cNvPr>
          <p:cNvSpPr txBox="1"/>
          <p:nvPr/>
        </p:nvSpPr>
        <p:spPr>
          <a:xfrm>
            <a:off x="6356918" y="759628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8D136D-B7B5-73B4-19C1-9DB89E5D2937}"/>
              </a:ext>
            </a:extLst>
          </p:cNvPr>
          <p:cNvSpPr/>
          <p:nvPr/>
        </p:nvSpPr>
        <p:spPr>
          <a:xfrm>
            <a:off x="2745543" y="3270958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F7D659-EE7C-996A-6A4D-FDE7C638DA95}"/>
              </a:ext>
            </a:extLst>
          </p:cNvPr>
          <p:cNvSpPr/>
          <p:nvPr/>
        </p:nvSpPr>
        <p:spPr>
          <a:xfrm>
            <a:off x="2856950" y="3270958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078BAF-8B10-6ECF-0ADF-8D804B8BD695}"/>
              </a:ext>
            </a:extLst>
          </p:cNvPr>
          <p:cNvSpPr/>
          <p:nvPr/>
        </p:nvSpPr>
        <p:spPr>
          <a:xfrm>
            <a:off x="2977502" y="3270958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B08608-3EE4-3D08-EBDC-1582CFB1A33F}"/>
              </a:ext>
            </a:extLst>
          </p:cNvPr>
          <p:cNvSpPr txBox="1"/>
          <p:nvPr/>
        </p:nvSpPr>
        <p:spPr>
          <a:xfrm>
            <a:off x="2760734" y="3095523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42FFAC-84E9-C74E-CF4B-2655C79ADE83}"/>
              </a:ext>
            </a:extLst>
          </p:cNvPr>
          <p:cNvSpPr/>
          <p:nvPr/>
        </p:nvSpPr>
        <p:spPr>
          <a:xfrm>
            <a:off x="2624992" y="3270958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72879BE1-D1B6-1655-1F9E-9440ED73A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58" t="4716" r="3326" b="5761"/>
          <a:stretch/>
        </p:blipFill>
        <p:spPr>
          <a:xfrm>
            <a:off x="10273315" y="808308"/>
            <a:ext cx="249151" cy="2234893"/>
          </a:xfrm>
          <a:prstGeom prst="rect">
            <a:avLst/>
          </a:prstGeom>
        </p:spPr>
      </p:pic>
      <p:pic>
        <p:nvPicPr>
          <p:cNvPr id="41" name="Picture 40" descr="A diagram of a ventilator&#10;&#10;Description automatically generated">
            <a:extLst>
              <a:ext uri="{FF2B5EF4-FFF2-40B4-BE49-F238E27FC236}">
                <a16:creationId xmlns:a16="http://schemas.microsoft.com/office/drawing/2014/main" id="{944FC579-F7DD-077B-F369-B0280BFD26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47" r="91428" b="5115"/>
          <a:stretch/>
        </p:blipFill>
        <p:spPr>
          <a:xfrm>
            <a:off x="2045563" y="3031635"/>
            <a:ext cx="374507" cy="394310"/>
          </a:xfrm>
          <a:prstGeom prst="rect">
            <a:avLst/>
          </a:prstGeom>
        </p:spPr>
      </p:pic>
      <p:pic>
        <p:nvPicPr>
          <p:cNvPr id="42" name="Picture 41" descr="A diagram of a ventilator&#10;&#10;Description automatically generated">
            <a:extLst>
              <a:ext uri="{FF2B5EF4-FFF2-40B4-BE49-F238E27FC236}">
                <a16:creationId xmlns:a16="http://schemas.microsoft.com/office/drawing/2014/main" id="{3DB02B09-73E9-4B34-01FF-7C90B96128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6" t="18618" r="12921" b="18625"/>
          <a:stretch/>
        </p:blipFill>
        <p:spPr>
          <a:xfrm>
            <a:off x="2009391" y="1047633"/>
            <a:ext cx="3843096" cy="1981492"/>
          </a:xfrm>
          <a:prstGeom prst="rect">
            <a:avLst/>
          </a:prstGeom>
        </p:spPr>
      </p:pic>
      <p:pic>
        <p:nvPicPr>
          <p:cNvPr id="43" name="Picture 42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594DB047-56D9-A348-5EB7-49862722ED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2" t="18617" r="12921" b="18625"/>
          <a:stretch/>
        </p:blipFill>
        <p:spPr>
          <a:xfrm>
            <a:off x="6351499" y="1044849"/>
            <a:ext cx="3844158" cy="198149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B49DA3B-FF29-8513-6414-6FDE68277CC1}"/>
              </a:ext>
            </a:extLst>
          </p:cNvPr>
          <p:cNvSpPr txBox="1"/>
          <p:nvPr/>
        </p:nvSpPr>
        <p:spPr>
          <a:xfrm>
            <a:off x="4561983" y="34381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 Velocity Magnitude (m/s)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822D58-7F8E-ED86-7A72-D0435D4EA779}"/>
              </a:ext>
            </a:extLst>
          </p:cNvPr>
          <p:cNvSpPr txBox="1"/>
          <p:nvPr/>
        </p:nvSpPr>
        <p:spPr>
          <a:xfrm>
            <a:off x="2194136" y="3922255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B84AC6-3F38-DE64-EF51-FDDBE950D1D8}"/>
              </a:ext>
            </a:extLst>
          </p:cNvPr>
          <p:cNvSpPr txBox="1"/>
          <p:nvPr/>
        </p:nvSpPr>
        <p:spPr>
          <a:xfrm>
            <a:off x="6475747" y="3922255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5DD21A-A533-6CED-8DCD-0FE705CB4C4B}"/>
              </a:ext>
            </a:extLst>
          </p:cNvPr>
          <p:cNvSpPr txBox="1"/>
          <p:nvPr/>
        </p:nvSpPr>
        <p:spPr>
          <a:xfrm>
            <a:off x="2012840" y="39125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672744-27EE-37DE-1EF7-C9A9F7D2DF34}"/>
              </a:ext>
            </a:extLst>
          </p:cNvPr>
          <p:cNvSpPr txBox="1"/>
          <p:nvPr/>
        </p:nvSpPr>
        <p:spPr>
          <a:xfrm>
            <a:off x="6356918" y="39125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A05A7F-FE31-CE19-D3B8-D9265E5836C8}"/>
              </a:ext>
            </a:extLst>
          </p:cNvPr>
          <p:cNvSpPr/>
          <p:nvPr/>
        </p:nvSpPr>
        <p:spPr>
          <a:xfrm>
            <a:off x="2756303" y="64238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CA1B9A-9E94-0F36-9242-5EC9EF8E9AA6}"/>
              </a:ext>
            </a:extLst>
          </p:cNvPr>
          <p:cNvSpPr/>
          <p:nvPr/>
        </p:nvSpPr>
        <p:spPr>
          <a:xfrm>
            <a:off x="2867710" y="64238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64511D-989A-9236-7135-E4ED00171601}"/>
              </a:ext>
            </a:extLst>
          </p:cNvPr>
          <p:cNvSpPr/>
          <p:nvPr/>
        </p:nvSpPr>
        <p:spPr>
          <a:xfrm>
            <a:off x="2988262" y="64238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D53B6B-0338-D499-0EB4-7A2AF388CB52}"/>
              </a:ext>
            </a:extLst>
          </p:cNvPr>
          <p:cNvSpPr txBox="1"/>
          <p:nvPr/>
        </p:nvSpPr>
        <p:spPr>
          <a:xfrm>
            <a:off x="2771494" y="62484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04BE4B-2EBA-C99A-951E-CCADCF38924E}"/>
              </a:ext>
            </a:extLst>
          </p:cNvPr>
          <p:cNvSpPr/>
          <p:nvPr/>
        </p:nvSpPr>
        <p:spPr>
          <a:xfrm>
            <a:off x="2635752" y="64238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A diagram of a ventilator&#10;&#10;Description automatically generated">
            <a:extLst>
              <a:ext uri="{FF2B5EF4-FFF2-40B4-BE49-F238E27FC236}">
                <a16:creationId xmlns:a16="http://schemas.microsoft.com/office/drawing/2014/main" id="{C423E24E-1239-11CB-43D9-D57D306624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47" r="91428" b="5115"/>
          <a:stretch/>
        </p:blipFill>
        <p:spPr>
          <a:xfrm>
            <a:off x="2045563" y="6184550"/>
            <a:ext cx="374507" cy="394310"/>
          </a:xfrm>
          <a:prstGeom prst="rect">
            <a:avLst/>
          </a:prstGeom>
        </p:spPr>
      </p:pic>
      <p:pic>
        <p:nvPicPr>
          <p:cNvPr id="56" name="Picture 55" descr="A diagram of a book&#10;&#10;Description automatically generated">
            <a:extLst>
              <a:ext uri="{FF2B5EF4-FFF2-40B4-BE49-F238E27FC236}">
                <a16:creationId xmlns:a16="http://schemas.microsoft.com/office/drawing/2014/main" id="{04B3D7EF-624B-5CC9-5B1E-F9A35C78A5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755" t="4331" r="2584" b="5638"/>
          <a:stretch/>
        </p:blipFill>
        <p:spPr>
          <a:xfrm>
            <a:off x="10259921" y="3935258"/>
            <a:ext cx="275939" cy="2279990"/>
          </a:xfrm>
          <a:prstGeom prst="rect">
            <a:avLst/>
          </a:prstGeom>
        </p:spPr>
      </p:pic>
      <p:pic>
        <p:nvPicPr>
          <p:cNvPr id="57" name="Picture 56" descr="A diagram of a book&#10;&#10;Description automatically generated">
            <a:extLst>
              <a:ext uri="{FF2B5EF4-FFF2-40B4-BE49-F238E27FC236}">
                <a16:creationId xmlns:a16="http://schemas.microsoft.com/office/drawing/2014/main" id="{DD618025-E97A-7D6B-1D46-326BC8B3E2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755" t="4331" r="2584" b="5638"/>
          <a:stretch/>
        </p:blipFill>
        <p:spPr>
          <a:xfrm>
            <a:off x="5904738" y="3935258"/>
            <a:ext cx="275939" cy="2279990"/>
          </a:xfrm>
          <a:prstGeom prst="rect">
            <a:avLst/>
          </a:prstGeom>
        </p:spPr>
      </p:pic>
      <p:pic>
        <p:nvPicPr>
          <p:cNvPr id="58" name="Picture 57" descr="A diagram of a ventilator&#10;&#10;Description automatically generated">
            <a:extLst>
              <a:ext uri="{FF2B5EF4-FFF2-40B4-BE49-F238E27FC236}">
                <a16:creationId xmlns:a16="http://schemas.microsoft.com/office/drawing/2014/main" id="{53455B00-6397-4D6E-1EFB-DF46A4D68D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47" t="18822" r="13119" b="18236"/>
          <a:stretch/>
        </p:blipFill>
        <p:spPr>
          <a:xfrm>
            <a:off x="2005331" y="4224119"/>
            <a:ext cx="3851216" cy="1994746"/>
          </a:xfrm>
          <a:prstGeom prst="rect">
            <a:avLst/>
          </a:prstGeom>
        </p:spPr>
      </p:pic>
      <p:pic>
        <p:nvPicPr>
          <p:cNvPr id="59" name="Picture 58" descr="A diagram of a heat exchanger&#10;&#10;Description automatically generated">
            <a:extLst>
              <a:ext uri="{FF2B5EF4-FFF2-40B4-BE49-F238E27FC236}">
                <a16:creationId xmlns:a16="http://schemas.microsoft.com/office/drawing/2014/main" id="{6AD47F99-EC0C-0C01-8274-5E412DB9457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04" t="18822" r="13119" b="18624"/>
          <a:stretch/>
        </p:blipFill>
        <p:spPr>
          <a:xfrm>
            <a:off x="6351499" y="4217039"/>
            <a:ext cx="3844159" cy="198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D032BF3-3551-DCDB-9C12-E03865A2C2E3}"/>
              </a:ext>
            </a:extLst>
          </p:cNvPr>
          <p:cNvSpPr/>
          <p:nvPr/>
        </p:nvSpPr>
        <p:spPr>
          <a:xfrm>
            <a:off x="1214651" y="1310185"/>
            <a:ext cx="10276764" cy="4064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D88946-33EA-AC00-47DD-338EA80C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41" y="1507435"/>
            <a:ext cx="5124173" cy="3843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546883-F5ED-0354-9836-F8DF2C6BE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78" y="1507435"/>
            <a:ext cx="5124173" cy="3843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2C1A1-17EA-D81C-58F0-54FC3CE2DEF4}"/>
              </a:ext>
            </a:extLst>
          </p:cNvPr>
          <p:cNvSpPr txBox="1"/>
          <p:nvPr/>
        </p:nvSpPr>
        <p:spPr>
          <a:xfrm>
            <a:off x="1494220" y="1482960"/>
            <a:ext cx="30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ECD70-5A5D-37B1-E569-48D3A2368876}"/>
              </a:ext>
            </a:extLst>
          </p:cNvPr>
          <p:cNvSpPr txBox="1"/>
          <p:nvPr/>
        </p:nvSpPr>
        <p:spPr>
          <a:xfrm>
            <a:off x="6329622" y="1482960"/>
            <a:ext cx="30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5626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CB97-8E72-7556-44A4-05421C44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74A5-452C-DF87-4770-C4E0181C1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347027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4793A4B4-DE08-CD7B-366D-C28D189A8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6057703" y="2474904"/>
            <a:ext cx="249151" cy="22348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721009" y="19692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 (Pa) (NO FLOW)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74090" y="2492323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652255" y="2492323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257229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587143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77547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2886885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007437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790669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654927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5B757388-EB7A-306B-3041-763485B19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10412001" y="2492323"/>
            <a:ext cx="249151" cy="2234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DEF580-EC45-5941-1A7F-DD7DE62DFAF0}"/>
              </a:ext>
            </a:extLst>
          </p:cNvPr>
          <p:cNvSpPr txBox="1"/>
          <p:nvPr/>
        </p:nvSpPr>
        <p:spPr>
          <a:xfrm>
            <a:off x="7980055" y="4772313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1.12 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28D35-711A-49B6-1D53-4F020F1CE2BC}"/>
              </a:ext>
            </a:extLst>
          </p:cNvPr>
          <p:cNvSpPr txBox="1"/>
          <p:nvPr/>
        </p:nvSpPr>
        <p:spPr>
          <a:xfrm>
            <a:off x="3638892" y="4754894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1.38 cm</a:t>
            </a:r>
          </a:p>
        </p:txBody>
      </p:sp>
      <p:pic>
        <p:nvPicPr>
          <p:cNvPr id="16" name="Picture 15" descr="A diagram of a ventilator&#10;&#10;Description automatically generated">
            <a:extLst>
              <a:ext uri="{FF2B5EF4-FFF2-40B4-BE49-F238E27FC236}">
                <a16:creationId xmlns:a16="http://schemas.microsoft.com/office/drawing/2014/main" id="{2BDC7135-4C65-8EA2-BE04-C0C415066C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047" r="91428" b="5115"/>
          <a:stretch/>
        </p:blipFill>
        <p:spPr>
          <a:xfrm>
            <a:off x="2070118" y="4715650"/>
            <a:ext cx="374507" cy="394310"/>
          </a:xfrm>
          <a:prstGeom prst="rect">
            <a:avLst/>
          </a:prstGeom>
        </p:spPr>
      </p:pic>
      <p:pic>
        <p:nvPicPr>
          <p:cNvPr id="7" name="Picture 6" descr="A drawing of a rectangular object&#10;&#10;Description automatically generated">
            <a:extLst>
              <a:ext uri="{FF2B5EF4-FFF2-40B4-BE49-F238E27FC236}">
                <a16:creationId xmlns:a16="http://schemas.microsoft.com/office/drawing/2014/main" id="{EA382F47-69D7-C549-F21C-2FD7E1BB12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6" t="18544" r="13059" b="18154"/>
          <a:stretch/>
        </p:blipFill>
        <p:spPr>
          <a:xfrm>
            <a:off x="2257229" y="2769292"/>
            <a:ext cx="3683825" cy="1918737"/>
          </a:xfrm>
          <a:prstGeom prst="rect">
            <a:avLst/>
          </a:prstGeom>
        </p:spPr>
      </p:pic>
      <p:pic>
        <p:nvPicPr>
          <p:cNvPr id="12" name="Picture 11" descr="A drawing of a pipe&#10;&#10;Description automatically generated">
            <a:extLst>
              <a:ext uri="{FF2B5EF4-FFF2-40B4-BE49-F238E27FC236}">
                <a16:creationId xmlns:a16="http://schemas.microsoft.com/office/drawing/2014/main" id="{4273E962-5D84-4D8C-6856-E3278D6232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29" t="18623" r="13085" b="18625"/>
          <a:stretch/>
        </p:blipFill>
        <p:spPr>
          <a:xfrm>
            <a:off x="6595689" y="2760462"/>
            <a:ext cx="3713591" cy="1918737"/>
          </a:xfrm>
          <a:prstGeom prst="rect">
            <a:avLst/>
          </a:prstGeom>
        </p:spPr>
      </p:pic>
      <p:pic>
        <p:nvPicPr>
          <p:cNvPr id="14" name="Picture 13" descr="A drawing of a white rectangular object&#10;&#10;Description automatically generated">
            <a:extLst>
              <a:ext uri="{FF2B5EF4-FFF2-40B4-BE49-F238E27FC236}">
                <a16:creationId xmlns:a16="http://schemas.microsoft.com/office/drawing/2014/main" id="{B88E3626-B5C8-C64F-6E85-1B47D31EC61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82" t="18618" r="12963" b="18422"/>
          <a:stretch/>
        </p:blipFill>
        <p:spPr>
          <a:xfrm>
            <a:off x="2257546" y="2776239"/>
            <a:ext cx="3713592" cy="1916400"/>
          </a:xfrm>
          <a:prstGeom prst="rect">
            <a:avLst/>
          </a:prstGeom>
        </p:spPr>
      </p:pic>
      <p:pic>
        <p:nvPicPr>
          <p:cNvPr id="18" name="Picture 17" descr="A drawing of a pipe&#10;&#10;Description automatically generated">
            <a:extLst>
              <a:ext uri="{FF2B5EF4-FFF2-40B4-BE49-F238E27FC236}">
                <a16:creationId xmlns:a16="http://schemas.microsoft.com/office/drawing/2014/main" id="{6FF6E1B6-01AA-AF9C-2BEA-8B9C2D5CE1D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506" t="18822" r="12963" b="18624"/>
          <a:stretch/>
        </p:blipFill>
        <p:spPr>
          <a:xfrm>
            <a:off x="6587143" y="2777605"/>
            <a:ext cx="3712565" cy="190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2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4793A4B4-DE08-CD7B-366D-C28D189A8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6057703" y="2474904"/>
            <a:ext cx="249151" cy="22348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721009" y="19692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 (Pa)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53162" y="2453355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634773" y="2453355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171866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515944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77547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2886885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007437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790669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654927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5B757388-EB7A-306B-3041-763485B19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658" t="4716" r="3326" b="5761"/>
          <a:stretch/>
        </p:blipFill>
        <p:spPr>
          <a:xfrm>
            <a:off x="10412001" y="2492323"/>
            <a:ext cx="249151" cy="2234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DEF580-EC45-5941-1A7F-DD7DE62DFAF0}"/>
              </a:ext>
            </a:extLst>
          </p:cNvPr>
          <p:cNvSpPr txBox="1"/>
          <p:nvPr/>
        </p:nvSpPr>
        <p:spPr>
          <a:xfrm>
            <a:off x="7962573" y="4772313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1.14 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28D35-711A-49B6-1D53-4F020F1CE2BC}"/>
              </a:ext>
            </a:extLst>
          </p:cNvPr>
          <p:cNvSpPr txBox="1"/>
          <p:nvPr/>
        </p:nvSpPr>
        <p:spPr>
          <a:xfrm>
            <a:off x="3617964" y="4754894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1.41 cm</a:t>
            </a:r>
          </a:p>
        </p:txBody>
      </p:sp>
      <p:pic>
        <p:nvPicPr>
          <p:cNvPr id="16" name="Picture 15" descr="A diagram of a ventilator&#10;&#10;Description automatically generated">
            <a:extLst>
              <a:ext uri="{FF2B5EF4-FFF2-40B4-BE49-F238E27FC236}">
                <a16:creationId xmlns:a16="http://schemas.microsoft.com/office/drawing/2014/main" id="{2BDC7135-4C65-8EA2-BE04-C0C415066C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047" r="91428" b="5115"/>
          <a:stretch/>
        </p:blipFill>
        <p:spPr>
          <a:xfrm>
            <a:off x="2070118" y="4715650"/>
            <a:ext cx="374507" cy="394310"/>
          </a:xfrm>
          <a:prstGeom prst="rect">
            <a:avLst/>
          </a:prstGeom>
        </p:spPr>
      </p:pic>
      <p:pic>
        <p:nvPicPr>
          <p:cNvPr id="33" name="Picture 32" descr="A diagram of a ventilator&#10;&#10;Description automatically generated">
            <a:extLst>
              <a:ext uri="{FF2B5EF4-FFF2-40B4-BE49-F238E27FC236}">
                <a16:creationId xmlns:a16="http://schemas.microsoft.com/office/drawing/2014/main" id="{14C2D768-F151-E10B-5DBF-4B8CB2EB39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06" t="18618" r="12921" b="18625"/>
          <a:stretch/>
        </p:blipFill>
        <p:spPr>
          <a:xfrm>
            <a:off x="2171866" y="2731648"/>
            <a:ext cx="3843096" cy="1981492"/>
          </a:xfrm>
          <a:prstGeom prst="rect">
            <a:avLst/>
          </a:prstGeom>
        </p:spPr>
      </p:pic>
      <p:pic>
        <p:nvPicPr>
          <p:cNvPr id="34" name="Picture 33" descr="A diagram of a section of a book&#10;&#10;Description automatically generated">
            <a:extLst>
              <a:ext uri="{FF2B5EF4-FFF2-40B4-BE49-F238E27FC236}">
                <a16:creationId xmlns:a16="http://schemas.microsoft.com/office/drawing/2014/main" id="{8F473799-1C0B-DB3F-258A-F9C160CD96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" t="18617" r="12921" b="18625"/>
          <a:stretch/>
        </p:blipFill>
        <p:spPr>
          <a:xfrm>
            <a:off x="6515944" y="2728864"/>
            <a:ext cx="3844158" cy="198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6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721009" y="1969286"/>
            <a:ext cx="348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 Velocity Magnitude (m/s)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53162" y="2453355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634773" y="2453355"/>
            <a:ext cx="36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171866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515944" y="2443643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77547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2886885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007437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790669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654927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EF580-EC45-5941-1A7F-DD7DE62DFAF0}"/>
              </a:ext>
            </a:extLst>
          </p:cNvPr>
          <p:cNvSpPr txBox="1"/>
          <p:nvPr/>
        </p:nvSpPr>
        <p:spPr>
          <a:xfrm>
            <a:off x="7962573" y="4772313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1.14 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28D35-711A-49B6-1D53-4F020F1CE2BC}"/>
              </a:ext>
            </a:extLst>
          </p:cNvPr>
          <p:cNvSpPr txBox="1"/>
          <p:nvPr/>
        </p:nvSpPr>
        <p:spPr>
          <a:xfrm>
            <a:off x="3617964" y="4754894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1.41 cm</a:t>
            </a:r>
          </a:p>
        </p:txBody>
      </p:sp>
      <p:pic>
        <p:nvPicPr>
          <p:cNvPr id="16" name="Picture 15" descr="A diagram of a ventilator&#10;&#10;Description automatically generated">
            <a:extLst>
              <a:ext uri="{FF2B5EF4-FFF2-40B4-BE49-F238E27FC236}">
                <a16:creationId xmlns:a16="http://schemas.microsoft.com/office/drawing/2014/main" id="{2BDC7135-4C65-8EA2-BE04-C0C415066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47" r="91428" b="5115"/>
          <a:stretch/>
        </p:blipFill>
        <p:spPr>
          <a:xfrm>
            <a:off x="2070118" y="4715650"/>
            <a:ext cx="374507" cy="394310"/>
          </a:xfrm>
          <a:prstGeom prst="rect">
            <a:avLst/>
          </a:prstGeom>
        </p:spPr>
      </p:pic>
      <p:pic>
        <p:nvPicPr>
          <p:cNvPr id="2" name="Picture 1" descr="A diagram of a book&#10;&#10;Description automatically generated">
            <a:extLst>
              <a:ext uri="{FF2B5EF4-FFF2-40B4-BE49-F238E27FC236}">
                <a16:creationId xmlns:a16="http://schemas.microsoft.com/office/drawing/2014/main" id="{C444C95A-999D-08F8-649C-F76A3925C7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755" t="4331" r="2584" b="5638"/>
          <a:stretch/>
        </p:blipFill>
        <p:spPr>
          <a:xfrm>
            <a:off x="10425893" y="2466358"/>
            <a:ext cx="275939" cy="2279990"/>
          </a:xfrm>
          <a:prstGeom prst="rect">
            <a:avLst/>
          </a:prstGeom>
        </p:spPr>
      </p:pic>
      <p:pic>
        <p:nvPicPr>
          <p:cNvPr id="4" name="Picture 3" descr="A diagram of a book&#10;&#10;Description automatically generated">
            <a:extLst>
              <a:ext uri="{FF2B5EF4-FFF2-40B4-BE49-F238E27FC236}">
                <a16:creationId xmlns:a16="http://schemas.microsoft.com/office/drawing/2014/main" id="{E8A37E42-7E0E-1863-4919-048C21D16B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755" t="4331" r="2584" b="5638"/>
          <a:stretch/>
        </p:blipFill>
        <p:spPr>
          <a:xfrm>
            <a:off x="6069824" y="2466358"/>
            <a:ext cx="275939" cy="2279990"/>
          </a:xfrm>
          <a:prstGeom prst="rect">
            <a:avLst/>
          </a:prstGeom>
        </p:spPr>
      </p:pic>
      <p:pic>
        <p:nvPicPr>
          <p:cNvPr id="13" name="Picture 12" descr="A diagram of a ventilator&#10;&#10;Description automatically generated">
            <a:extLst>
              <a:ext uri="{FF2B5EF4-FFF2-40B4-BE49-F238E27FC236}">
                <a16:creationId xmlns:a16="http://schemas.microsoft.com/office/drawing/2014/main" id="{2E69C26E-B21E-2298-59F0-E75BB09FFF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47" t="18822" r="13119" b="18236"/>
          <a:stretch/>
        </p:blipFill>
        <p:spPr>
          <a:xfrm>
            <a:off x="2164357" y="2755219"/>
            <a:ext cx="3851216" cy="1994746"/>
          </a:xfrm>
          <a:prstGeom prst="rect">
            <a:avLst/>
          </a:prstGeom>
        </p:spPr>
      </p:pic>
      <p:pic>
        <p:nvPicPr>
          <p:cNvPr id="14" name="Picture 13" descr="A diagram of a heat exchanger&#10;&#10;Description automatically generated">
            <a:extLst>
              <a:ext uri="{FF2B5EF4-FFF2-40B4-BE49-F238E27FC236}">
                <a16:creationId xmlns:a16="http://schemas.microsoft.com/office/drawing/2014/main" id="{0D049267-0647-6DE6-A976-7FAFF3FAC9D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4" t="18822" r="13119" b="18624"/>
          <a:stretch/>
        </p:blipFill>
        <p:spPr>
          <a:xfrm>
            <a:off x="6505106" y="2748139"/>
            <a:ext cx="3844159" cy="198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3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rectangle shaped object&#10;&#10;Description automatically generated">
            <a:extLst>
              <a:ext uri="{FF2B5EF4-FFF2-40B4-BE49-F238E27FC236}">
                <a16:creationId xmlns:a16="http://schemas.microsoft.com/office/drawing/2014/main" id="{5DAB2D9F-0110-C65E-74D9-8304B4C503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64" t="13265" r="12047" b="5280"/>
          <a:stretch/>
        </p:blipFill>
        <p:spPr>
          <a:xfrm rot="21447027">
            <a:off x="2077688" y="2646112"/>
            <a:ext cx="2693768" cy="202758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804915" y="1995412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Displacement Magnitude (cm)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082001" y="2492323"/>
            <a:ext cx="2684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5163111" y="2492323"/>
            <a:ext cx="2389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627DA-59D2-30B2-3B6C-10C42EA7DD1F}"/>
              </a:ext>
            </a:extLst>
          </p:cNvPr>
          <p:cNvSpPr txBox="1"/>
          <p:nvPr/>
        </p:nvSpPr>
        <p:spPr>
          <a:xfrm>
            <a:off x="7949095" y="2492323"/>
            <a:ext cx="2631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pic>
        <p:nvPicPr>
          <p:cNvPr id="29" name="Picture 28" descr="A blue rectangle shaped object&#10;&#10;Description automatically generated">
            <a:extLst>
              <a:ext uri="{FF2B5EF4-FFF2-40B4-BE49-F238E27FC236}">
                <a16:creationId xmlns:a16="http://schemas.microsoft.com/office/drawing/2014/main" id="{16A93B57-1F85-435B-E46E-F2FC21802D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43" r="87565" b="5279"/>
          <a:stretch/>
        </p:blipFill>
        <p:spPr>
          <a:xfrm>
            <a:off x="2100085" y="4385998"/>
            <a:ext cx="664485" cy="55007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FF829D8-2AFC-4045-73AF-BB8BC97425CD}"/>
              </a:ext>
            </a:extLst>
          </p:cNvPr>
          <p:cNvSpPr/>
          <p:nvPr/>
        </p:nvSpPr>
        <p:spPr>
          <a:xfrm>
            <a:off x="2833758" y="4774583"/>
            <a:ext cx="128016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7D8F86-5692-DEAC-D3C2-0E1AFE114F1E}"/>
              </a:ext>
            </a:extLst>
          </p:cNvPr>
          <p:cNvSpPr/>
          <p:nvPr/>
        </p:nvSpPr>
        <p:spPr>
          <a:xfrm>
            <a:off x="2962508" y="4774583"/>
            <a:ext cx="128016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291C9B-0908-09F3-96EB-12AECBAA6639}"/>
              </a:ext>
            </a:extLst>
          </p:cNvPr>
          <p:cNvSpPr/>
          <p:nvPr/>
        </p:nvSpPr>
        <p:spPr>
          <a:xfrm>
            <a:off x="3091258" y="4774583"/>
            <a:ext cx="128016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41711B-48B6-0C2F-F5FE-991991E89D4E}"/>
              </a:ext>
            </a:extLst>
          </p:cNvPr>
          <p:cNvSpPr/>
          <p:nvPr/>
        </p:nvSpPr>
        <p:spPr>
          <a:xfrm>
            <a:off x="3220008" y="4774583"/>
            <a:ext cx="128016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D63FF2-AD1B-93DE-C590-4F3CEEE1F92A}"/>
              </a:ext>
            </a:extLst>
          </p:cNvPr>
          <p:cNvSpPr txBox="1"/>
          <p:nvPr/>
        </p:nvSpPr>
        <p:spPr>
          <a:xfrm>
            <a:off x="3023303" y="4591995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092048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5068082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B42A28-E7F2-D526-4C9C-9A4B25557B9E}"/>
              </a:ext>
            </a:extLst>
          </p:cNvPr>
          <p:cNvSpPr txBox="1"/>
          <p:nvPr/>
        </p:nvSpPr>
        <p:spPr>
          <a:xfrm>
            <a:off x="8044116" y="2498756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2" name="Picture 11" descr="A rainbow colored object on a white background&#10;&#10;Description automatically generated">
            <a:extLst>
              <a:ext uri="{FF2B5EF4-FFF2-40B4-BE49-F238E27FC236}">
                <a16:creationId xmlns:a16="http://schemas.microsoft.com/office/drawing/2014/main" id="{F56CCEAB-C18E-468C-462F-1746BC2FE1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67" t="8227" r="12458" b="11759"/>
          <a:stretch/>
        </p:blipFill>
        <p:spPr>
          <a:xfrm>
            <a:off x="5182464" y="2982836"/>
            <a:ext cx="2417111" cy="1876114"/>
          </a:xfrm>
          <a:prstGeom prst="rect">
            <a:avLst/>
          </a:prstGeom>
        </p:spPr>
      </p:pic>
      <p:pic>
        <p:nvPicPr>
          <p:cNvPr id="13" name="Picture 12" descr="A rainbow colored object on a white background&#10;&#10;Description automatically generated">
            <a:extLst>
              <a:ext uri="{FF2B5EF4-FFF2-40B4-BE49-F238E27FC236}">
                <a16:creationId xmlns:a16="http://schemas.microsoft.com/office/drawing/2014/main" id="{D9AAE41C-BDFF-3404-82AF-71AD913A18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16" t="11759" r="12458" b="14187"/>
          <a:stretch/>
        </p:blipFill>
        <p:spPr>
          <a:xfrm>
            <a:off x="8068660" y="2959651"/>
            <a:ext cx="2445505" cy="17363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97FD3F-AA41-A9C2-43B7-284DB6D97B23}"/>
              </a:ext>
            </a:extLst>
          </p:cNvPr>
          <p:cNvSpPr txBox="1"/>
          <p:nvPr/>
        </p:nvSpPr>
        <p:spPr>
          <a:xfrm>
            <a:off x="8815962" y="4783330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1.12 cm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2C06D-165B-E4DB-B6C6-871948F01252}"/>
              </a:ext>
            </a:extLst>
          </p:cNvPr>
          <p:cNvSpPr txBox="1"/>
          <p:nvPr/>
        </p:nvSpPr>
        <p:spPr>
          <a:xfrm>
            <a:off x="5915569" y="4765911"/>
            <a:ext cx="9509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max: 1.38 cm</a:t>
            </a:r>
          </a:p>
        </p:txBody>
      </p:sp>
      <p:pic>
        <p:nvPicPr>
          <p:cNvPr id="14" name="Picture 13" descr="A rainbow colored object on a white background&#10;&#10;Description automatically generated">
            <a:extLst>
              <a:ext uri="{FF2B5EF4-FFF2-40B4-BE49-F238E27FC236}">
                <a16:creationId xmlns:a16="http://schemas.microsoft.com/office/drawing/2014/main" id="{3355B1CB-D97A-CB2A-D311-DB4EE4D35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227" t="4695" r="3121" b="5257"/>
          <a:stretch/>
        </p:blipFill>
        <p:spPr>
          <a:xfrm>
            <a:off x="10588394" y="2736754"/>
            <a:ext cx="263450" cy="2179607"/>
          </a:xfrm>
          <a:prstGeom prst="rect">
            <a:avLst/>
          </a:prstGeom>
        </p:spPr>
      </p:pic>
      <p:pic>
        <p:nvPicPr>
          <p:cNvPr id="18" name="Picture 17" descr="A rainbow colored object on a white background&#10;&#10;Description automatically generated">
            <a:extLst>
              <a:ext uri="{FF2B5EF4-FFF2-40B4-BE49-F238E27FC236}">
                <a16:creationId xmlns:a16="http://schemas.microsoft.com/office/drawing/2014/main" id="{BA9B5FC9-38CD-5EE0-C525-6A03C20954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227" t="4695" r="3121" b="5257"/>
          <a:stretch/>
        </p:blipFill>
        <p:spPr>
          <a:xfrm>
            <a:off x="7700133" y="2736754"/>
            <a:ext cx="263450" cy="2179607"/>
          </a:xfrm>
          <a:prstGeom prst="rect">
            <a:avLst/>
          </a:prstGeom>
        </p:spPr>
      </p:pic>
      <p:pic>
        <p:nvPicPr>
          <p:cNvPr id="19" name="Picture 18" descr="A rainbow colored object on a white background&#10;&#10;Description automatically generated">
            <a:extLst>
              <a:ext uri="{FF2B5EF4-FFF2-40B4-BE49-F238E27FC236}">
                <a16:creationId xmlns:a16="http://schemas.microsoft.com/office/drawing/2014/main" id="{9EA708CB-7FC2-8C7E-A2A3-59FCC23AEE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227" t="4695" r="3121" b="5257"/>
          <a:stretch/>
        </p:blipFill>
        <p:spPr>
          <a:xfrm>
            <a:off x="4811872" y="2736754"/>
            <a:ext cx="263450" cy="21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97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8DABF0-8888-1EE0-74F5-8A6398F3B515}"/>
              </a:ext>
            </a:extLst>
          </p:cNvPr>
          <p:cNvSpPr/>
          <p:nvPr/>
        </p:nvSpPr>
        <p:spPr>
          <a:xfrm>
            <a:off x="1755360" y="1779104"/>
            <a:ext cx="9411803" cy="3475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diagram of a curved corner&#10;&#10;Description automatically generated with medium confidence">
            <a:extLst>
              <a:ext uri="{FF2B5EF4-FFF2-40B4-BE49-F238E27FC236}">
                <a16:creationId xmlns:a16="http://schemas.microsoft.com/office/drawing/2014/main" id="{7221CE42-886A-3EC8-1DD7-4E189D2F4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7" t="20354" r="14106" b="17683"/>
          <a:stretch/>
        </p:blipFill>
        <p:spPr>
          <a:xfrm>
            <a:off x="6456513" y="2766467"/>
            <a:ext cx="3846740" cy="19628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048DAC3-1ADD-7D14-097F-D570D900E7EC}"/>
              </a:ext>
            </a:extLst>
          </p:cNvPr>
          <p:cNvSpPr txBox="1"/>
          <p:nvPr/>
        </p:nvSpPr>
        <p:spPr>
          <a:xfrm>
            <a:off x="4804915" y="1995412"/>
            <a:ext cx="3480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 Velocity Magnitude (m/s)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24FEA-B056-87B2-33E6-4D6B09A31A0E}"/>
              </a:ext>
            </a:extLst>
          </p:cNvPr>
          <p:cNvSpPr txBox="1"/>
          <p:nvPr/>
        </p:nvSpPr>
        <p:spPr>
          <a:xfrm>
            <a:off x="2359654" y="2492323"/>
            <a:ext cx="3480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w/o Hydrogel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1DA3A9-A1B9-C23C-6135-3696BBFC66B2}"/>
              </a:ext>
            </a:extLst>
          </p:cNvPr>
          <p:cNvSpPr txBox="1"/>
          <p:nvPr/>
        </p:nvSpPr>
        <p:spPr>
          <a:xfrm>
            <a:off x="6536002" y="2492323"/>
            <a:ext cx="3767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w/ Hydrogel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EAEAE-2216-0847-F1EA-4312197A645F}"/>
              </a:ext>
            </a:extLst>
          </p:cNvPr>
          <p:cNvSpPr txBox="1"/>
          <p:nvPr/>
        </p:nvSpPr>
        <p:spPr>
          <a:xfrm>
            <a:off x="2326828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57169-9B2D-E0A6-8F4C-5E4F126FED9D}"/>
              </a:ext>
            </a:extLst>
          </p:cNvPr>
          <p:cNvSpPr txBox="1"/>
          <p:nvPr/>
        </p:nvSpPr>
        <p:spPr>
          <a:xfrm>
            <a:off x="6822747" y="2482611"/>
            <a:ext cx="30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4" name="Picture 3" descr="A diagram of a heat wave&#10;&#10;Description automatically generated with medium confidence">
            <a:extLst>
              <a:ext uri="{FF2B5EF4-FFF2-40B4-BE49-F238E27FC236}">
                <a16:creationId xmlns:a16="http://schemas.microsoft.com/office/drawing/2014/main" id="{E1AF193A-B61C-8252-A7D9-2299EA5F5E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771" r="15523" b="5695"/>
          <a:stretch/>
        </p:blipFill>
        <p:spPr>
          <a:xfrm>
            <a:off x="2092048" y="2763029"/>
            <a:ext cx="3851552" cy="2319056"/>
          </a:xfrm>
          <a:prstGeom prst="rect">
            <a:avLst/>
          </a:prstGeom>
        </p:spPr>
      </p:pic>
      <p:pic>
        <p:nvPicPr>
          <p:cNvPr id="11" name="Picture 10" descr="A diagram of a curved corner&#10;&#10;Description automatically generated with medium confidence">
            <a:extLst>
              <a:ext uri="{FF2B5EF4-FFF2-40B4-BE49-F238E27FC236}">
                <a16:creationId xmlns:a16="http://schemas.microsoft.com/office/drawing/2014/main" id="{693074DC-0767-C9A3-DFA8-EFEE718E2C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9331"/>
          <a:stretch/>
        </p:blipFill>
        <p:spPr>
          <a:xfrm>
            <a:off x="6007831" y="2452600"/>
            <a:ext cx="360499" cy="2375601"/>
          </a:xfrm>
          <a:prstGeom prst="rect">
            <a:avLst/>
          </a:prstGeom>
        </p:spPr>
      </p:pic>
      <p:pic>
        <p:nvPicPr>
          <p:cNvPr id="13" name="Picture 12" descr="A diagram of a curved corner&#10;&#10;Description automatically generated with medium confidence">
            <a:extLst>
              <a:ext uri="{FF2B5EF4-FFF2-40B4-BE49-F238E27FC236}">
                <a16:creationId xmlns:a16="http://schemas.microsoft.com/office/drawing/2014/main" id="{156400BF-6A8E-9DE5-D4A9-21FE86A969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274" b="3640"/>
          <a:stretch/>
        </p:blipFill>
        <p:spPr>
          <a:xfrm>
            <a:off x="10271611" y="2452600"/>
            <a:ext cx="372456" cy="22746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223785B-799A-6C04-684F-AEAD0CFF27DE}"/>
              </a:ext>
            </a:extLst>
          </p:cNvPr>
          <p:cNvSpPr/>
          <p:nvPr/>
        </p:nvSpPr>
        <p:spPr>
          <a:xfrm>
            <a:off x="2775478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719292-33B9-5ED4-9656-C4541DAE4E5B}"/>
              </a:ext>
            </a:extLst>
          </p:cNvPr>
          <p:cNvSpPr/>
          <p:nvPr/>
        </p:nvSpPr>
        <p:spPr>
          <a:xfrm>
            <a:off x="2886885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B0C3A9-83C5-76DA-255D-79E9BCF66878}"/>
              </a:ext>
            </a:extLst>
          </p:cNvPr>
          <p:cNvSpPr/>
          <p:nvPr/>
        </p:nvSpPr>
        <p:spPr>
          <a:xfrm>
            <a:off x="3007437" y="4954973"/>
            <a:ext cx="109728" cy="593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CB8EA-B4A4-F541-E007-7C2F2C0F30F3}"/>
              </a:ext>
            </a:extLst>
          </p:cNvPr>
          <p:cNvSpPr txBox="1"/>
          <p:nvPr/>
        </p:nvSpPr>
        <p:spPr>
          <a:xfrm>
            <a:off x="2790669" y="4779538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1 cm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A139AB-29E6-203C-79D7-C78273F568AD}"/>
              </a:ext>
            </a:extLst>
          </p:cNvPr>
          <p:cNvSpPr/>
          <p:nvPr/>
        </p:nvSpPr>
        <p:spPr>
          <a:xfrm>
            <a:off x="2654927" y="4954973"/>
            <a:ext cx="118872" cy="59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6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11695</TotalTime>
  <Words>251</Words>
  <Application>Microsoft Macintosh PowerPoint</Application>
  <PresentationFormat>Widescreen</PresentationFormat>
  <Paragraphs>101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Kilian Nicolas Zell</dc:creator>
  <cp:lastModifiedBy>Kilian Nicolas Zell</cp:lastModifiedBy>
  <cp:revision>52</cp:revision>
  <dcterms:created xsi:type="dcterms:W3CDTF">2024-05-11T08:24:58Z</dcterms:created>
  <dcterms:modified xsi:type="dcterms:W3CDTF">2024-05-21T11:33:09Z</dcterms:modified>
</cp:coreProperties>
</file>